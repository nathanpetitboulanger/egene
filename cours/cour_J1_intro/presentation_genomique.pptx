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Génomique : Fondamentaux et Stratégies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Egene - Génomique &amp; Bioinformatique</a:t>
            </a:r>
          </a:p>
          <a:p>
            <a:r>
              <a:t>Cours d'Introduction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Génétique vs Génomique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Génétique : Étude de l'hérédité et des gènes individuels.</a:t>
            </a:r>
          </a:p>
          <a:p>
            <a:pPr/>
            <a:r>
              <a:t>Génomique : Étude globale de l'ensemble du matériel génétique.</a:t>
            </a:r>
          </a:p>
          <a:p>
            <a:pPr lvl="1"/>
            <a:r>
              <a:t>Organisation, structure et interactions.</a:t>
            </a:r>
          </a:p>
          <a:p>
            <a:pPr lvl="1"/>
            <a:r>
              <a:t>Régions non codantes et influence environnementale.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Le Domaine des Eucaryotes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Présence d'introns et d'exons.</a:t>
            </a:r>
          </a:p>
          <a:p>
            <a:r>
              <a:t>Forte proportion de séquences répétées.</a:t>
            </a:r>
          </a:p>
          <a:p>
            <a:r>
              <a:t>Compartimentation : Noyau, Mitochondrie, Chloroplaste.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Histoire du Séquençage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1ère Gén : Sanger (Précis, lent, fragments courts).</a:t>
            </a:r>
          </a:p>
          <a:p>
            <a:r>
              <a:t>2ème Gén : NGS - Illumina (Massif, parallèle, bas coût).</a:t>
            </a:r>
          </a:p>
          <a:p>
            <a:r>
              <a:t>3ème Gén : TGS - Long Reads (PacBio, Nanopore).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Stratégies de Séquençage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BAC-to-BAC : Hiérarchique, robuste mais lent.</a:t>
            </a:r>
          </a:p>
          <a:p>
            <a:r>
              <a:t>Whole Genome Shotgun (WGS) : Rapide, standard actuel.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Qualité de l'Assemblage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N50 : Métrique de continuité.</a:t>
            </a:r>
          </a:p>
          <a:p>
            <a:r>
              <a:t>BUSCO : Métrique de complétude (gènes universels).</a:t>
            </a:r>
          </a:p>
          <a:p>
            <a:r>
              <a:t>Contig (sans lacune) vs Scaffold (avec gaps).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Annotation des Séquences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Structurale : Identification gènes/exons (Transcriptomique).</a:t>
            </a:r>
          </a:p>
          <a:p>
            <a:r>
              <a:t>Fonctionnelle : Attribution d'une fonction (Homologie).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Bulk vs Single-cell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Bulk : Moyenne d'un mélange de cellules.</a:t>
            </a:r>
          </a:p>
          <a:p>
            <a:r>
              <a:t>Single-cell : Hétérogénéité et types cellulaires rares.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La Complexité du Vivant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Humain : 3,2 Gb, ~20 000 gènes.</a:t>
            </a:r>
          </a:p>
          <a:p>
            <a:r>
              <a:t>Blé : 17 Gb, Hexaploïde, &gt;85% répétitions.</a:t>
            </a:r>
          </a:p>
          <a:p>
            <a:r>
              <a:t>Vanille : 4 Gb, Endoréplication partielle.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La Pangénomique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Genome : Commun à tous (fonctions vitales).</a:t>
            </a:r>
          </a:p>
          <a:p>
            <a:r>
              <a:t>Accessory Genome : Variable (adaptation).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